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21C5-F957-BFDF-13DB-A40299C2A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3BE42-327D-14D8-68AE-C7024F543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37D69-8E44-36F9-48B0-7612E773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1E05A-47B2-3E36-6FC6-B0457AD2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DE2E-D0C4-233F-7C93-CCA1075F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4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4C6B-911D-FDC7-2024-A24DABDE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3BBB5-BD95-B5A7-838C-514C78E73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671CE-B878-3BA5-206A-DE6677F0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90C3-7BD3-74A5-B717-3A96E2E9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F5F4-7E81-6CC6-956B-88CD990E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FC80-E9C9-71E9-D8D9-9D1BDF4A3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BD9DC-E0C1-1DD3-4275-D86D15A23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FD34A-0A6D-B2F5-D8B8-586B264D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91E23-9003-C7DC-4548-B8F52D1B2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65819-1CA2-4F8A-C18F-1C86A8F1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0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CE44-A2BB-A0BE-B1BB-5BE373F6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E2E0-8D53-C1D0-ED6B-7E2C4FB1F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148E8-794F-B413-6F77-3247B2F85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3C187-77B4-077A-E141-58DA6173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3B030-62E7-D1B5-0F94-E5222799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66A28-FA1A-E54D-6076-108FDBF0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0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93FB-9ADF-E099-5452-F4AD07DD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3ABD7-C9DD-007F-45B5-017A0B858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1770B-934E-AC29-0AAD-AB1677D4C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0B2D4-43AA-8B66-E32A-BA7FCBD53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B59E8-1EC7-0A1D-DB51-D2186D86D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F5E5C-9FFD-A15E-B243-B1F99DD3E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D13422-5A45-EFF6-211F-58E3B15F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868CED-4616-2F4B-92E4-182BD897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9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3D99-E113-521D-FBCD-475EAC34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FF6C8-97A7-1C8B-B74C-8D8A83F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099104-0EE4-27A4-C50E-E54EC0AE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19563-269E-8DDF-C887-3F6FF220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3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38295-B611-4B0D-0471-A3111F49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64D12-EB49-8FB6-2DC4-5E087502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FA3BA-0751-B280-8158-E342F3710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2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4B15D-5789-7613-2240-D55CA5BB9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F1E36-EE66-424A-B9BE-6AE1138CC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D97ED-C07F-3838-DDB9-D90B857BD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1CA73-C28E-89E8-0059-CDB76001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0A1B-C8C5-F084-2A07-1D5A5EC7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59EBC-0E61-83C5-EC03-F08D7DFE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0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D40C1-1829-062A-E877-E24BADE2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BD9151-AAD7-EF03-3581-FADD953BA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6F079-FDA8-F705-D5E0-BD4471896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0BC6C-5FE0-0455-F870-1475FBB3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C80AB-4549-31B7-B40F-7D4D5044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F50FC-3E2A-262C-D9BD-9DD11509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968EE-795B-F6A1-4FA3-7D459EA9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85BE8-367F-4E87-E403-B466FB9FB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16631-F333-4F79-E67E-66D233DD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FEECD-800B-1E17-F0E1-87874051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424A2-2D86-46DC-1F1B-6F5EAB03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38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A4FBA1-564E-FC6F-437B-AC8FA62F9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95E5ED-B172-EB65-433C-AE3C8D954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414C0-1A36-CC8E-377C-60BA58E4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A396-3052-14EF-4C55-19E4E312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F0813-CCB4-089A-3085-C2E3FEF89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0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23353-C8CE-5D96-8A76-1441E828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2733C-37AC-6BB4-51D0-0FD41737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8B2F-57B3-B1DB-2FF8-114EE75DC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A1FBD-2CAD-46C0-AC58-09423AA6A663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0C068-F175-845F-004B-D18F38542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2CAF1-3226-CCB9-BBCB-2B30F82A0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5300D-5741-47FB-A159-3951E8361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4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5DE500-0693-6F99-8B41-C53B7C259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200"/>
            <a:ext cx="12192000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7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318F9E-15B3-50D6-D76B-DFAF01E50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500"/>
            <a:ext cx="12192000" cy="62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3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C39FB-3E90-9D86-3B74-1CAAD02D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FF1B25-7DFD-329B-B11C-EE4575959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725"/>
            <a:ext cx="12192000" cy="617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0C917-BA6E-00B6-59E2-AD8BD35F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1BEAA-B5B8-B96A-A71E-466D4C88D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675"/>
            <a:ext cx="12192000" cy="62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3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1FA8-69F3-2852-22CC-1AC9F1888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DFE179-0D93-9417-2126-8D539545D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1885734"/>
            <a:ext cx="8935697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09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1867-9081-3E94-55AA-5194212B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0EF9C-8E20-F44E-FE85-669AE2DD2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326" y="0"/>
            <a:ext cx="7945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4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8A2C-C304-9E26-D332-9828D587A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9F41BF-5C44-E7B9-9918-D25E661C7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675"/>
            <a:ext cx="12192000" cy="62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9C6D-D1B2-9495-AF7F-778C45B06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139E72-D85C-FF34-0F2F-16BD41ABC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160" y="0"/>
            <a:ext cx="8735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1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91B1-2D46-AEEA-FDBA-E47BFD163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00FE75-CAB2-6873-E61D-30D38DFDB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147179"/>
            <a:ext cx="9440592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7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822F-FB1F-E615-53E9-34B1C6DC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92A8C6-0768-ACE0-3D03-3D4CE699E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4325"/>
            <a:ext cx="1219200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14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FF97-96A0-79D2-FA7A-A60F0533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8EA16-806D-82ED-A7D3-396614B1B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15" y="1676155"/>
            <a:ext cx="8021169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53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6EB7-C15F-1D50-6C71-066F5A50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AADD6-792F-5AA3-0E5A-193C2A33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348"/>
            <a:ext cx="12192000" cy="6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9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0925-6CCB-6F37-57D6-5EB1D3D7E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050CD-58E8-67E5-95DD-BB7E753C0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7975"/>
            <a:ext cx="12192000" cy="624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33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27EF49-0459-429F-B8A9-7FBFB416F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40" y="1123527"/>
            <a:ext cx="2498103" cy="46048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AF0B2D6-DE91-5D27-7EDD-AC1AF7C74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855" y="1308959"/>
            <a:ext cx="2560320" cy="455168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7438BD5-C67A-79DB-9AE1-43107A658E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5" r="3120"/>
          <a:stretch>
            <a:fillRect/>
          </a:stretch>
        </p:blipFill>
        <p:spPr>
          <a:xfrm>
            <a:off x="3395045" y="1568606"/>
            <a:ext cx="2560320" cy="403238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00DB3E05-67C5-5485-EF68-9F6C4FDAC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662" y="2857890"/>
            <a:ext cx="2560320" cy="113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98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Ahmed</dc:creator>
  <cp:lastModifiedBy>Abdelrahman Ahmed</cp:lastModifiedBy>
  <cp:revision>3</cp:revision>
  <dcterms:created xsi:type="dcterms:W3CDTF">2026-02-24T22:34:05Z</dcterms:created>
  <dcterms:modified xsi:type="dcterms:W3CDTF">2026-02-25T00:17:28Z</dcterms:modified>
</cp:coreProperties>
</file>